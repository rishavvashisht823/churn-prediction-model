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4000" b="1" u="sng" dirty="0">
                <a:latin typeface="+mn-lt"/>
              </a:rPr>
              <a:t>Churn Prediction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Prepared By: </a:t>
            </a:r>
            <a:r>
              <a:rPr lang="en-US" dirty="0"/>
              <a:t>Rishav Vashisht</a:t>
            </a:r>
            <a:endParaRPr dirty="0"/>
          </a:p>
          <a:p>
            <a:r>
              <a:rPr dirty="0"/>
              <a:t>Tools: Python, Scikit-learn, Pandas, Google </a:t>
            </a:r>
            <a:r>
              <a:rPr dirty="0" err="1"/>
              <a:t>Colab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build a predictive model identifying high-risk churn customers, enabling proactive retention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523" y="1166018"/>
            <a:ext cx="8229600" cy="4525963"/>
          </a:xfrm>
        </p:spPr>
        <p:txBody>
          <a:bodyPr/>
          <a:lstStyle/>
          <a:p>
            <a:r>
              <a:rPr dirty="0"/>
              <a:t>- 7,043 customer entries</a:t>
            </a:r>
          </a:p>
          <a:p>
            <a:r>
              <a:rPr dirty="0"/>
              <a:t>- Features: Demographics, service details, behavior</a:t>
            </a:r>
          </a:p>
          <a:p>
            <a:r>
              <a:rPr dirty="0"/>
              <a:t>- Target: 'Churn' (True/False)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723797-3337-546D-A932-468E53103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23" y="3497749"/>
            <a:ext cx="3872273" cy="30856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8B6B70-DD98-CBB0-4252-E89E3C398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206" y="3428999"/>
            <a:ext cx="3970985" cy="31642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Cleaned data</a:t>
            </a:r>
          </a:p>
          <a:p>
            <a:r>
              <a:t>- Encoded categoricals</a:t>
            </a:r>
          </a:p>
          <a:p>
            <a:r>
              <a:t>- Applied SMOTE for imbalance</a:t>
            </a:r>
          </a:p>
          <a:p>
            <a:r>
              <a:t>- Train-test split (80/20)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Logistic Regression for interpretability. Compared with Random Forest for benchmarking. Applied SMOTE to balance classes.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Precision (Churn): 63%</a:t>
            </a:r>
          </a:p>
          <a:p>
            <a:r>
              <a:t>- Recall (Churn): 64%</a:t>
            </a:r>
          </a:p>
          <a:p>
            <a:r>
              <a:t>- Accuracy: 81%</a:t>
            </a:r>
          </a:p>
          <a:p>
            <a:r>
              <a:t>- F1 Score: 64%</a:t>
            </a:r>
          </a:p>
          <a:p>
            <a:r>
              <a:t>- 240 true churners captured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Forest Benchmark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Precision (Churn): 61%</a:t>
            </a:r>
          </a:p>
          <a:p>
            <a:r>
              <a:t>- Recall (Churn): 57%</a:t>
            </a:r>
          </a:p>
          <a:p>
            <a:r>
              <a:t>- Accuracy: 79%</a:t>
            </a:r>
          </a:p>
          <a:p>
            <a:r>
              <a:t>- F1 Score: 59%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Drivers of Churn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- Low tenure</a:t>
            </a:r>
          </a:p>
          <a:p>
            <a:r>
              <a:rPr sz="2400" dirty="0"/>
              <a:t>- Month-to-month contracts</a:t>
            </a:r>
          </a:p>
          <a:p>
            <a:r>
              <a:rPr sz="2400" dirty="0"/>
              <a:t>- High monthly charges</a:t>
            </a:r>
          </a:p>
          <a:p>
            <a:r>
              <a:rPr sz="2400" dirty="0"/>
              <a:t>- Electronic check payments</a:t>
            </a:r>
          </a:p>
          <a:p>
            <a:r>
              <a:rPr sz="2400" dirty="0"/>
              <a:t>- Lack of bundled services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BDD355-C215-10F0-FDB7-DA28539D3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032" y="2613436"/>
            <a:ext cx="3512237" cy="34255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Value per retained customer: ₹6,000</a:t>
            </a:r>
          </a:p>
          <a:p>
            <a:r>
              <a:t>- True positives: 240</a:t>
            </a:r>
          </a:p>
          <a:p>
            <a:r>
              <a:t>- Revenue saved: ₹14,40,000</a:t>
            </a:r>
          </a:p>
          <a:p>
            <a:r>
              <a:t>- Cost (false positives): ₹70,000</a:t>
            </a:r>
          </a:p>
          <a:p>
            <a:r>
              <a:t>- Net savings: ₹13,70,000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Target low-tenure users</a:t>
            </a:r>
          </a:p>
          <a:p>
            <a:r>
              <a:t>- Promote long-term contracts</a:t>
            </a:r>
          </a:p>
          <a:p>
            <a:r>
              <a:t>- Monitor high-spenders with e-payments</a:t>
            </a:r>
          </a:p>
          <a:p>
            <a:r>
              <a:t>- Use model monthly in CRM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Try XGBoost, LightGBM</a:t>
            </a:r>
          </a:p>
          <a:p>
            <a:r>
              <a:t>- Tune thresholds</a:t>
            </a:r>
          </a:p>
          <a:p>
            <a:r>
              <a:t>- Add SHAP/LIME for explainability</a:t>
            </a:r>
          </a:p>
          <a:p>
            <a:r>
              <a:t>- Build real-time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259</Words>
  <Application>Microsoft Office PowerPoint</Application>
  <PresentationFormat>On-screen Show (4:3)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Churn Prediction Analysis Report</vt:lpstr>
      <vt:lpstr>Objective</vt:lpstr>
      <vt:lpstr>Dataset Overview</vt:lpstr>
      <vt:lpstr>Preprocessing</vt:lpstr>
      <vt:lpstr>Modeling Approach</vt:lpstr>
      <vt:lpstr>Logistic Regression Results</vt:lpstr>
      <vt:lpstr>Random Forest Benchmark</vt:lpstr>
      <vt:lpstr>Key Drivers of Churn</vt:lpstr>
      <vt:lpstr>Business Impact</vt:lpstr>
      <vt:lpstr>Recommendations</vt:lpstr>
      <vt:lpstr>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Rishav Vashisht</dc:creator>
  <cp:keywords/>
  <dc:description>generated using python-pptx</dc:description>
  <cp:lastModifiedBy>Rishav Vashisht</cp:lastModifiedBy>
  <cp:revision>2</cp:revision>
  <dcterms:created xsi:type="dcterms:W3CDTF">2013-01-27T09:14:16Z</dcterms:created>
  <dcterms:modified xsi:type="dcterms:W3CDTF">2025-07-29T09:18:38Z</dcterms:modified>
  <cp:category/>
</cp:coreProperties>
</file>